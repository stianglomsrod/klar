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1D113-945A-D65E-F91A-68C2E569E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E413F-E63F-83D5-A15E-5A869DDB46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CA84C-46A5-A423-6AA0-171BC94E5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D5C89-F24F-1877-C26D-9AEAFFB25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C0F5-A5C9-1685-1A60-BD939329F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02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A6F5-19D9-5A24-1CAC-3EC6C996B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8C6FB-B6E8-F800-64E7-A1B4391027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8AFA-FE59-8AEA-ACEE-FE292E23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33DD5-BDFB-1CA5-8D48-C79673B6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0C7C0-BF4B-E008-A4AE-365F17307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961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149D4-0CCE-E26C-27F1-9ED76FB2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975D1E-97F0-A01E-BE19-4E9BE1FAC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0DBBA-DCEB-43AE-4190-0799AE752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97AEB-AC1F-2BCB-5711-59BFB01C1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E0F74-3CFF-DE91-02E6-2AF88817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46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B16C-AAAB-C885-78FF-CB13F047D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A38DA2-40AC-0D4C-8094-07A5520BD7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663CB6-C9EE-A685-DE99-268F9F12B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DE717-66C0-A52A-5A64-41E98B1A9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46841A-093C-317D-CD21-5535A2ADD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5F38E-2D47-C5D8-0135-8C3B53F63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86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0611E-DB2D-0A5C-5C88-4A209DBB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0C5F29-3FB1-35CF-49BB-D1EAE407E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512D0-F815-34F0-F9BD-5DEFDFE87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00666-70A4-6F70-3AE2-56B1BA348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430A8A-124E-032B-D45C-96908628B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C7E70C-2375-371F-F3EE-D0F7D718D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396022-BD97-667E-2B29-59B33B763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5195F0-38C3-F31C-BF0B-2181E8018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183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EE556-637F-FA13-36DA-75B53E63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8CDD26-5D6E-05D0-FCC8-3DB1F5AD9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01203-0752-6EA2-E0E1-C6FD3D3D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C6780D-4398-90BE-2EC1-A2FF572B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4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B638BF-257F-C9BD-6349-BFAA1B78F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D9CBC8-7FAB-E276-9FBF-1457586E9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68D8A-A300-ABF6-142C-F568E220E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53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51E03-E5C0-0D69-0BAC-CC3E493C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8C60A-57C2-962C-5FD0-A75043C94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71005-0CD6-6B19-C014-631F96C9B6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7204-35BC-5F21-EB42-5D28E49D6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FD25D-33E5-E333-10E4-81B403E51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D0834-B44E-5F37-36BA-FAF3F7DCC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67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D9D5-2269-AB7E-6659-83E6B9F84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C9E2AA-B94D-262E-1065-A54388B31E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01011C-D989-6FF7-3828-670996E7D9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2DC23C-E1B9-C25C-EA75-5664998B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3D8CC-50C5-9731-E451-D32824C09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B4ACE-A39B-59EB-5A05-FEA9D7A78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27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757EE-785B-3152-852A-83E745ED9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32A2E-3080-6BB4-FAAC-C6BE6563B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08925-BCBD-CA86-46B0-F4DBFBE9B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2D4DD-6071-DA1B-BDA3-457F91EA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E3794-052F-F536-44AC-B744316B3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878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7BE4FE-5329-A2D2-1590-69B8772A1B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98C2C-20AF-4F0E-A74C-C73D19BFC3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59568-09FA-8114-0996-5DA1A863A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A59E19-1A60-9536-95C6-C846432CD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E07D2-BB68-634F-5BB2-668E2CE13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380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8530A-1CAB-219A-042E-9AD6FBE0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F168F-DD8C-942B-0647-40EA1258A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08E44-C408-5689-B103-6784357474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510ABD-04A6-424D-9766-2567CAC40886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0A070-0EA4-8ED8-C5F2-8D49C1004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CBF7D-8539-4D92-863A-3E9E9714C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189096-68F1-4317-BE2A-2B30719C16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937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F883EE-2C01-FE29-948E-71E642546563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5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D32243-C3A9-DFC3-D1D3-C14A34FA93A3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00" t="5000" r="-4000" b="1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186998-78A1-00C8-8494-C000CAE9B21F}"/>
              </a:ext>
            </a:extLst>
          </p:cNvPr>
          <p:cNvSpPr/>
          <p:nvPr/>
        </p:nvSpPr>
        <p:spPr>
          <a:xfrm>
            <a:off x="6096000" y="3429000"/>
            <a:ext cx="6096000" cy="34290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A80C06-2C4F-002F-09B7-8ED1476EA73E}"/>
              </a:ext>
            </a:extLst>
          </p:cNvPr>
          <p:cNvSpPr/>
          <p:nvPr/>
        </p:nvSpPr>
        <p:spPr>
          <a:xfrm>
            <a:off x="0" y="3428999"/>
            <a:ext cx="6096000" cy="34290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17000" t="4000" r="15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948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81483-3AE1-1F1B-9E41-AA189EDAC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ED5FA9-9E80-F587-A388-614FD1233622}"/>
              </a:ext>
            </a:extLst>
          </p:cNvPr>
          <p:cNvSpPr/>
          <p:nvPr/>
        </p:nvSpPr>
        <p:spPr>
          <a:xfrm>
            <a:off x="0" y="0"/>
            <a:ext cx="6096000" cy="3429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5000" b="5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72D0CC-4A88-0E17-8239-0E6969322980}"/>
              </a:ext>
            </a:extLst>
          </p:cNvPr>
          <p:cNvSpPr/>
          <p:nvPr/>
        </p:nvSpPr>
        <p:spPr>
          <a:xfrm>
            <a:off x="6096000" y="0"/>
            <a:ext cx="6096000" cy="3429000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2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D2CB67-437C-A049-786B-5376372976C7}"/>
              </a:ext>
            </a:extLst>
          </p:cNvPr>
          <p:cNvSpPr/>
          <p:nvPr/>
        </p:nvSpPr>
        <p:spPr>
          <a:xfrm>
            <a:off x="6096000" y="3429000"/>
            <a:ext cx="6096000" cy="34290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4000" b="4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4B675-D2C8-7B3F-D6AA-2EE60D1264CA}"/>
              </a:ext>
            </a:extLst>
          </p:cNvPr>
          <p:cNvSpPr/>
          <p:nvPr/>
        </p:nvSpPr>
        <p:spPr>
          <a:xfrm>
            <a:off x="0" y="3428999"/>
            <a:ext cx="6096000" cy="3429001"/>
          </a:xfrm>
          <a:prstGeom prst="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r="7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9CDE7-16CC-F898-5E91-B9ADE741F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2F4D28-F8EE-2E10-1B70-0158823CFEEF}"/>
              </a:ext>
            </a:extLst>
          </p:cNvPr>
          <p:cNvSpPr/>
          <p:nvPr/>
        </p:nvSpPr>
        <p:spPr>
          <a:xfrm>
            <a:off x="0" y="1336963"/>
            <a:ext cx="6096000" cy="4184073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C78093-60BC-22F2-A9B3-B8C34875468E}"/>
              </a:ext>
            </a:extLst>
          </p:cNvPr>
          <p:cNvSpPr/>
          <p:nvPr/>
        </p:nvSpPr>
        <p:spPr>
          <a:xfrm>
            <a:off x="6096000" y="1336963"/>
            <a:ext cx="6096000" cy="418407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6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CE5FB-7412-F88B-A0AA-4A72CB43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CAA2D-91A5-989C-608A-A3149E33B3E4}"/>
              </a:ext>
            </a:extLst>
          </p:cNvPr>
          <p:cNvSpPr/>
          <p:nvPr/>
        </p:nvSpPr>
        <p:spPr>
          <a:xfrm>
            <a:off x="6096000" y="3429000"/>
            <a:ext cx="6096000" cy="3429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8000" b="8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ECFBEB-ACD1-110A-38DF-E7EC6D4D900D}"/>
              </a:ext>
            </a:extLst>
          </p:cNvPr>
          <p:cNvSpPr/>
          <p:nvPr/>
        </p:nvSpPr>
        <p:spPr>
          <a:xfrm>
            <a:off x="0" y="3428999"/>
            <a:ext cx="6096000" cy="342900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8000" b="8000"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1E3103-CD52-D58D-CDB8-A18F6F1F9ECD}"/>
              </a:ext>
            </a:extLst>
          </p:cNvPr>
          <p:cNvSpPr/>
          <p:nvPr/>
        </p:nvSpPr>
        <p:spPr>
          <a:xfrm>
            <a:off x="2172854" y="0"/>
            <a:ext cx="7846292" cy="34290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2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97E8-8B1B-41A5-DF5A-9A2614797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099F7C6-9B3D-8249-E32D-8FFAFA3FE22A}"/>
              </a:ext>
            </a:extLst>
          </p:cNvPr>
          <p:cNvSpPr/>
          <p:nvPr/>
        </p:nvSpPr>
        <p:spPr>
          <a:xfrm>
            <a:off x="0" y="3493655"/>
            <a:ext cx="6096000" cy="3429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F043BA-72E6-41FA-2071-56D31D938345}"/>
              </a:ext>
            </a:extLst>
          </p:cNvPr>
          <p:cNvSpPr/>
          <p:nvPr/>
        </p:nvSpPr>
        <p:spPr>
          <a:xfrm>
            <a:off x="6096000" y="3493655"/>
            <a:ext cx="6096000" cy="342900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1B4FFD-093D-5620-6D3B-0B63E0EA5F55}"/>
              </a:ext>
            </a:extLst>
          </p:cNvPr>
          <p:cNvSpPr/>
          <p:nvPr/>
        </p:nvSpPr>
        <p:spPr>
          <a:xfrm>
            <a:off x="2318327" y="64654"/>
            <a:ext cx="7555345" cy="3429001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016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709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stian glomsrød</dc:creator>
  <cp:lastModifiedBy>stian glomsrød</cp:lastModifiedBy>
  <cp:revision>1</cp:revision>
  <dcterms:created xsi:type="dcterms:W3CDTF">2026-05-14T02:02:11Z</dcterms:created>
  <dcterms:modified xsi:type="dcterms:W3CDTF">2026-05-14T02:22:24Z</dcterms:modified>
</cp:coreProperties>
</file>